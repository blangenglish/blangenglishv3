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9deaa5ced45b0" /><Relationship Type="http://schemas.openxmlformats.org/officeDocument/2006/relationships/extended-properties" Target="/docProps/app.xml" Id="R850ec2895ff04e94" /><Relationship Type="http://schemas.openxmlformats.org/officeDocument/2006/relationships/officeDocument" Target="/ppt/presentation.xml" Id="R3d0d18b78ad4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b396778f14c00"/>
  </p:sldMasterIdLst>
  <p:notesMasterIdLst>
    <p:notesMasterId xmlns:r="http://schemas.openxmlformats.org/officeDocument/2006/relationships" r:id="Rbdf9c62094464519"/>
  </p:notesMasterIdLst>
  <p:sldIdLst>
    <p:sldId xmlns:r="http://schemas.openxmlformats.org/officeDocument/2006/relationships" id="256" r:id="Rfbd011096a554045"/>
    <p:sldId xmlns:r="http://schemas.openxmlformats.org/officeDocument/2006/relationships" id="257" r:id="R1c1a3213ed4443b7"/>
    <p:sldId xmlns:r="http://schemas.openxmlformats.org/officeDocument/2006/relationships" id="258" r:id="R436c4ef992dc4ff7"/>
    <p:sldId xmlns:r="http://schemas.openxmlformats.org/officeDocument/2006/relationships" id="259" r:id="R54129caedefd43e9"/>
    <p:sldId xmlns:r="http://schemas.openxmlformats.org/officeDocument/2006/relationships" id="260" r:id="R4a875d79bffb4733"/>
    <p:sldId xmlns:r="http://schemas.openxmlformats.org/officeDocument/2006/relationships" id="261" r:id="Rdf175ff631104f61"/>
    <p:sldId xmlns:r="http://schemas.openxmlformats.org/officeDocument/2006/relationships" id="262" r:id="R182e9ad819184b7c"/>
    <p:sldId xmlns:r="http://schemas.openxmlformats.org/officeDocument/2006/relationships" id="263" r:id="R74a94f169ba14e69"/>
    <p:sldId xmlns:r="http://schemas.openxmlformats.org/officeDocument/2006/relationships" id="264" r:id="R2d657d1e86a04d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f1efee0a974fce" /><Relationship Type="http://schemas.openxmlformats.org/officeDocument/2006/relationships/slideMaster" Target="/ppt/slideMasters/slideMaster1.xml" Id="R5b4b396778f14c00" /><Relationship Type="http://schemas.openxmlformats.org/officeDocument/2006/relationships/notesMaster" Target="/ppt/notesMasters/notesMaster1.xml" Id="Rbdf9c62094464519" /><Relationship Type="http://schemas.openxmlformats.org/officeDocument/2006/relationships/presProps" Target="/ppt/presProps.xml" Id="Rebc513e2acbf4439" /><Relationship Type="http://schemas.openxmlformats.org/officeDocument/2006/relationships/viewProps" Target="/ppt/viewProps.xml" Id="R140e32286a09434e" /><Relationship Type="http://schemas.openxmlformats.org/officeDocument/2006/relationships/tableStyles" Target="/ppt/tableStyles.xml" Id="Rced0d0a9861043e2" /><Relationship Type="http://schemas.openxmlformats.org/officeDocument/2006/relationships/slide" Target="/ppt/slides/slide1.xml" Id="Rfbd011096a554045" /><Relationship Type="http://schemas.openxmlformats.org/officeDocument/2006/relationships/slide" Target="/ppt/slides/slide2.xml" Id="R1c1a3213ed4443b7" /><Relationship Type="http://schemas.openxmlformats.org/officeDocument/2006/relationships/slide" Target="/ppt/slides/slide3.xml" Id="R436c4ef992dc4ff7" /><Relationship Type="http://schemas.openxmlformats.org/officeDocument/2006/relationships/slide" Target="/ppt/slides/slide4.xml" Id="R54129caedefd43e9" /><Relationship Type="http://schemas.openxmlformats.org/officeDocument/2006/relationships/slide" Target="/ppt/slides/slide5.xml" Id="R4a875d79bffb4733" /><Relationship Type="http://schemas.openxmlformats.org/officeDocument/2006/relationships/slide" Target="/ppt/slides/slide6.xml" Id="Rdf175ff631104f61" /><Relationship Type="http://schemas.openxmlformats.org/officeDocument/2006/relationships/slide" Target="/ppt/slides/slide7.xml" Id="R182e9ad819184b7c" /><Relationship Type="http://schemas.openxmlformats.org/officeDocument/2006/relationships/slide" Target="/ppt/slides/slide8.xml" Id="R74a94f169ba14e69" /><Relationship Type="http://schemas.openxmlformats.org/officeDocument/2006/relationships/slide" Target="/ppt/slides/slide9.xml" Id="R2d657d1e86a0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9041a2217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f59113fff941ff" /><Relationship Type="http://schemas.openxmlformats.org/officeDocument/2006/relationships/notesMaster" Target="/ppt/notesMasters/notesMaster1.xml" Id="R83d4b5b3b668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9fb91bf6e04d44" /><Relationship Type="http://schemas.openxmlformats.org/officeDocument/2006/relationships/notesMaster" Target="/ppt/notesMasters/notesMaster1.xml" Id="Rb8c9d29f578a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773b86c814c66" /><Relationship Type="http://schemas.openxmlformats.org/officeDocument/2006/relationships/notesMaster" Target="/ppt/notesMasters/notesMaster1.xml" Id="Rfac771a6a85d41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1fcf9efeb4f10" /><Relationship Type="http://schemas.openxmlformats.org/officeDocument/2006/relationships/notesMaster" Target="/ppt/notesMasters/notesMaster1.xml" Id="Rc37add8c8603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1cd6495834c56" /><Relationship Type="http://schemas.openxmlformats.org/officeDocument/2006/relationships/notesMaster" Target="/ppt/notesMasters/notesMaster1.xml" Id="R780572df1fab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65a85c31045a9" /><Relationship Type="http://schemas.openxmlformats.org/officeDocument/2006/relationships/notesMaster" Target="/ppt/notesMasters/notesMaster1.xml" Id="R1095a11b1b0445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704d7ab65345a5" /><Relationship Type="http://schemas.openxmlformats.org/officeDocument/2006/relationships/notesMaster" Target="/ppt/notesMasters/notesMaster1.xml" Id="Rf8cf0c7643c8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9dff0abd04198" /><Relationship Type="http://schemas.openxmlformats.org/officeDocument/2006/relationships/notesMaster" Target="/ppt/notesMasters/notesMaster1.xml" Id="R5c57f79686f54f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de274173c8433b" /><Relationship Type="http://schemas.openxmlformats.org/officeDocument/2006/relationships/notesMaster" Target="/ppt/notesMasters/notesMaster1.xml" Id="R81bd999becd34e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3d0902521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07e459443b4cae" /><Relationship Type="http://schemas.openxmlformats.org/officeDocument/2006/relationships/slideLayout" Target="/ppt/slideLayouts/slideLayout1.xml" Id="R572d87bf46da4e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d87bf46da4e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4a150e3d54b5b" /><Relationship Type="http://schemas.openxmlformats.org/officeDocument/2006/relationships/notesSlide" Target="/ppt/notesSlides/notesSlide1.xml" Id="R4aa67a4586fc4d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9d12a30464705" /><Relationship Type="http://schemas.openxmlformats.org/officeDocument/2006/relationships/notesSlide" Target="/ppt/notesSlides/notesSlide2.xml" Id="R1ccde272e661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dbb41d4da4e34" /><Relationship Type="http://schemas.openxmlformats.org/officeDocument/2006/relationships/notesSlide" Target="/ppt/notesSlides/notesSlide3.xml" Id="R0f6cc1fe73a8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b810cc77741d6" /><Relationship Type="http://schemas.openxmlformats.org/officeDocument/2006/relationships/notesSlide" Target="/ppt/notesSlides/notesSlide4.xml" Id="Rf8df16f682cd40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51d247bab4252" /><Relationship Type="http://schemas.openxmlformats.org/officeDocument/2006/relationships/notesSlide" Target="/ppt/notesSlides/notesSlide5.xml" Id="R4e487da3033847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7c33dabdb4c26" /><Relationship Type="http://schemas.openxmlformats.org/officeDocument/2006/relationships/notesSlide" Target="/ppt/notesSlides/notesSlide6.xml" Id="R8d359f739fe14e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5a8e6c8eb4b28" /><Relationship Type="http://schemas.openxmlformats.org/officeDocument/2006/relationships/notesSlide" Target="/ppt/notesSlides/notesSlide7.xml" Id="Rd5697653077c4f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6521fc9444a93" /><Relationship Type="http://schemas.openxmlformats.org/officeDocument/2006/relationships/notesSlide" Target="/ppt/notesSlides/notesSlide8.xml" Id="R17a3db6f1c1a43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360affeb74826" /><Relationship Type="http://schemas.openxmlformats.org/officeDocument/2006/relationships/notesSlide" Target="/ppt/notesSlides/notesSlide9.xml" Id="R55aee7e64cbd4b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D5F86-8662-4875-976A-9C8F9A4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4E4B0-0A0A-4C57-8672-8891E993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794E2-9634-4D1E-A361-C53CB28B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A74A3-7FB8-4C7C-A7B6-DD11054F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5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✉️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3A7C5-47B8-4443-B724-F48B2461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00150"/>
            <a:ext cx="885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INVITE A FRIEND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 YOUR 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01C44-DDC0-4512-ACD1-9726CEF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343F9-6C49-4545-915A-E3C22A82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rPr>
              <a:t>🎯 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BCAA7-E0F7-4A0C-BEA2-F2F37D3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F7DA0-1F4D-40D8-8E8C-07A1C67F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Describe places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61F31-70CC-4223-A955-A30C13C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C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7F4A1-D9D9-4942-9198-EED7BAFC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Ask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8C89B-7BA7-4CD5-810C-4676552D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87CAB-A856-4397-9C34-C4898D73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Share real experiences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00CF-B0F7-40C4-92D6-8F1D047E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REAL PLACES  •  REAL QUESTIONS  •  REAL CONNECTION</a:t>
            </a:r>
          </a:p>
        </p:txBody>
      </p:sp>
    </p:spTree>
    <p:extLst>
      <p:ext uri="{BB962C8B-B14F-4D97-AF65-F5344CB8AC3E}">
        <p14:creationId xmlns:p14="http://schemas.microsoft.com/office/powerpoint/2010/main" val="13073997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B6F23E-2961-423E-A320-9FEC7E8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185CA-E45C-4CDC-A821-1E81A68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A7B6-E33E-4CDF-A4EE-46211FF8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C6612D-CC6D-45CD-BC0E-A5C0133F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ECE5F4-2941-485D-9755-07912C94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WARM-UP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0545-6823-4EEC-91EC-9ABC0D98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GUESS THE PLACE 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07A8-BD6F-412D-8C32-2EC39F86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8049A-1701-4D97-8134-0AD5751C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CFE99-C109-4B09-A40A-EED609F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63C81-40EE-410C-8C71-4EC67C43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7B335-3F6D-4ED6-8632-87B03F0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09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STEP 1 — LISTEN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3ADD0-1926-446C-9308-5A06D7E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838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Teacher describes: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“It is noisy.</a:t>
            </a:r>
          </a:p>
          <a:p xmlns:a="http://schemas.openxmlformats.org/drawingml/2006/main">
            <a:pPr algn="l">
              <a:defRPr sz="1725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People are eating.</a:t>
            </a:r>
          </a:p>
          <a:p xmlns:a="http://schemas.openxmlformats.org/drawingml/2006/main">
            <a:pPr algn="l">
              <a:defRPr sz="1725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It is small.”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3A936-0B3D-4EA0-AFFB-9630A98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71625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E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343DA-A7A4-4887-B185-F4FA3E3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621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✏️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76D76-3573-4776-B064-BDBDF569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STEP 2 — WRITE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9BFC4-D4F0-436D-B532-14654A38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838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Write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👉 Do NOT say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121A5-381C-4133-B526-0455905D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7B589-DC05-4F0C-B70A-1D8739F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621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BAB3A-542D-4039-BAAB-E8F97E28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STEP 3 — SHOW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9179B-264A-45AF-8FE6-4015DCD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38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Reveal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👉 restaurant 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BC035-2C5C-409C-9013-D906374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95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0E774-AFEE-48BA-A610-40E4483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48300"/>
            <a:ext cx="842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💬  TEACHER SAYS   “You are connecting adjectives, places, and actions.”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F5914-DC97-4C76-AA54-1E77722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5687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E29C6-8749-437C-9A87-C6144038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BE79C-0BFA-44FC-BE3F-F4E41512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01F45-F6E8-4EED-AE20-44FF8FA1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A5C5AA-97E5-4071-8F65-40CE4EC2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D354AE-D97A-4582-91C5-333DB009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PROJECT 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F8569-9462-4F68-8384-B4D46EFF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MY PLACES 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6B549-27AC-4C31-A4B5-234937B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E200F-DD4E-49DD-8BCD-E8A7529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C204D-9273-4A54-A58D-6574F292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A5101-BFCE-4F9A-9CC1-4D42B37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590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216FA-A483-4E68-AB76-DEACE64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430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CREATE A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C2CBF-6601-46C1-9B85-772335C2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Write 5 places you like: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7C612-C648-4090-BBA8-909498CE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CC426-0004-4F12-8CA8-F54E4E0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6B06A-6317-4DCF-8111-C1AD655A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park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B19A3-6298-41BF-98AC-8528CF83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539A3-7C96-445A-9115-4656E745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90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119CA-9144-448A-915A-A495768F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café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98323-09B4-4095-BAA3-8F437EFE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03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F9DBE-9576-4BCD-BD38-E77D551D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90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🏋️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12FC6-8323-40E2-9BDB-E917750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gym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2B00A-C027-46FA-99A0-DDD2AB8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767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EAFB0-8497-4187-9245-AD7944B4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B50F0-4E3D-4FEC-96A1-68173B94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1487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neighborhood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F6D63-F91C-4714-89C4-2F4F9D9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5DB5E-6B07-4545-A884-B08B43B3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B9A86-39E5-4915-B46F-CAD419B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university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F6AB53-8C41-4FA2-B3F3-E0DA6E2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70954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7FABF-7F01-4AFE-BF98-DD43ABA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02D5D-1FCA-4C49-BF9C-F3F96B48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FF0E7-4347-4961-946B-9BA1DC4B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0D8A7F-A6CB-44FE-A279-CAFB42ED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378B91-51FB-41DB-B06B-8ACD1972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PROJECT 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DB316-6E02-44E8-BE54-C6B13C7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ADD DETAILS ✏️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33B3-7D95-4A7E-8434-21ABF10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7B8D2-DB41-4E77-A091-B92AE71C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6C936-23C3-4715-956A-42FBDC5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8C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A6A78-2755-443D-8CC2-40C61DD2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590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638FB-5E31-44F6-B5DF-729C3DB4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668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ADD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DA1A6-4053-4BF9-987F-ACB431A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For EACH place: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F1C2F-F18A-4474-9888-66ACE143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000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23D9A-618E-4FC0-80C9-453EEF7D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👉  2 adjectives (opposites)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14F56-5FAC-44F5-BA4B-71886F2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4000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AF322-508F-49F7-AC7E-DE58C4A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👉  1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3AC3-5F6E-4086-AE87-FD051CE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638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7F06E-6D3F-4B7D-8601-0A54F6AE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rPr>
              <a:t>EXAMPLE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0291C-89A8-484D-8AF5-18120D5C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098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Café 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65EB4-3DA3-4F05-AB38-38435CB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C6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8C64"/>
                </a:solidFill>
                <a:latin typeface="Aptos Display"/>
                <a:ea typeface="Aptos Display"/>
                <a:cs typeface="Aptos Display"/>
              </a:rPr>
              <a:t>cozy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83919-21AA-4049-B0C3-33FAB8D3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47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E0D8-357A-4F1A-9919-13E9B3D8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525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252"/>
                </a:solidFill>
                <a:latin typeface="Aptos Display"/>
                <a:ea typeface="Aptos Display"/>
                <a:cs typeface="Aptos Display"/>
              </a:rPr>
              <a:t>noisy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9502C-500C-4A14-96C3-F8A149D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7150"/>
            <a:ext cx="552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203D2-CDDC-45B6-B244-1C64003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90975"/>
            <a:ext cx="514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People are drinking coffee.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65111-E624-4633-AE6F-D24817C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E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E7C0E-DBC1-4384-B0BE-DA78D19F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💬  TEACHER SAYS   “Places can be different at different times.”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4B7301-813A-4191-B252-44A1A3C5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78446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5D32F-05F4-4142-BBBC-71598318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61ED9-D6D9-4693-AF65-6A17129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7ABE4-6904-494B-BF50-5E5DEB7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007C6F0-93DE-4DEB-B0F1-2DADCB9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DB0571-C584-4275-8713-1EDA8C1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PROJECT STEP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85DCF-796B-4445-8F05-82E8231C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SPEAK FIRST 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62EE4-C3E3-4FFF-A6C8-033FA565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0E80C-52F0-4CCE-B580-F4408BBB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7AB59-A9BC-4246-A15D-DF31AD74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E8E90-DE79-4FBF-950E-0F06121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590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DFCF6-BCB0-40BE-8FF7-F52AB15F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668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WORK IN PAIRS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50572-C901-419C-9E1D-E15077A7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81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Talk about 2 places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26259-01BB-466D-93B7-7BCC198B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52959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62E8D-2D18-49A3-8377-A805159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rPr>
              <a:t>💬  SAY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508CC-1176-4E91-93DD-102DBB6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My café is cozy but noisy.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People are drinking coffee.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9AA45-6710-41F7-882C-6781CF85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52959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2C503-B198-46D0-8A0F-814F2877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C6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8C64"/>
                </a:solidFill>
                <a:latin typeface="Aptos Display"/>
                <a:ea typeface="Aptos Display"/>
                <a:cs typeface="Aptos Display"/>
              </a:rPr>
              <a:t>❓  PARTNER 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48969-883B-4908-856F-35FB436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Are people working there?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Is it busy?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64854-1DCE-4BE4-B4EF-58F3720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34050"/>
            <a:ext cx="476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0793D-CBC6-4647-A38C-D6E6D88D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9775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✅  Speak first  →  THEN write</a:t>
            </a:r>
          </a:p>
        </p:txBody>
      </p:sp>
    </p:spTree>
    <p:extLst>
      <p:ext uri="{BB962C8B-B14F-4D97-AF65-F5344CB8AC3E}">
        <p14:creationId xmlns:p14="http://schemas.microsoft.com/office/powerpoint/2010/main" val="13025281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28E2B-9880-4BA4-BABD-61F1AFB7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E0CE7-10BC-4045-9889-7F2CFC86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7109F-746F-438C-B5B1-4D3BE3F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D65373-BBC1-40DB-8615-1279DBA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ADFD2-32FD-42CB-908C-02BC2044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PROJECT STEP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8F674-7022-4C6F-A1E1-96B7BB4E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WRITE THE EMAIL ✉️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96E15-2233-4FBF-999B-8129217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00934-2E21-4CDE-9B5E-8DB958FC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AB6C8-7C65-488F-B823-6B55715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8C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12894-2878-4021-875C-5B5E151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90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938DA-2D0F-4D0C-AFD9-152DFBB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097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38CD5-85D7-4EDA-B923-7182CCA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Follow this structure: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BF4C8-58D5-4CF3-BA98-8816E8E6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43BF6-4DFE-4DD9-B1FA-21D828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✅ Greeting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44B23-C1B3-4EAF-9DF5-04C6CA27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828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Hi [Name],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8C99B-0A77-43D9-A548-CF6FA9EB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111252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E6D65-48D5-403B-95B9-53A2D55D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✅ Describe places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6154F-63D7-482F-9E2A-D5D8A58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86125"/>
            <a:ext cx="828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There is a café near my house.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AB721-1292-4305-8797-5834F30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11252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BEA41-56B0-4B27-AD76-FF2F14B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✅ Personal feeling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6A106-01FD-49DA-8760-A99A9A07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67150"/>
            <a:ext cx="828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I love this place because it is relaxing.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20A8E-D381-4A4E-93BF-A2C970DB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111252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D6EAA-06A8-41F9-8A6A-192D1E47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✅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D2D04-DD4F-4123-9949-2AB74584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48175"/>
            <a:ext cx="828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People are drinking coffee and talking.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5B35D-8EEB-4C97-A5B4-39EF087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11252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6C0E8-BB30-46DE-87F7-75381CA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✅ Questions (3)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0280D-8ADB-4B7D-923F-1A7A311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29200"/>
            <a:ext cx="828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53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534"/>
                </a:solidFill>
                <a:latin typeface="Aptos"/>
                <a:ea typeface="Aptos"/>
                <a:cs typeface="Aptos"/>
              </a:rPr>
              <a:t>What places do you like?  •  Are people relaxing there?  •  Is it busy or quiet?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3291A-66CF-4062-8992-5AA838C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11252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19050">
            <a:solidFill>
              <a:srgbClr val="2477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BC2F9-B0AD-4372-B2B0-13B4AC38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rPr>
              <a:t>✅ Invitation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F77C3-BEA2-4BEB-80AA-36169AF3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10225"/>
            <a:ext cx="828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Next time you come, we can go together.</a:t>
            </a:r>
          </a:p>
        </p:txBody>
      </p:sp>
    </p:spTree>
    <p:extLst>
      <p:ext uri="{BB962C8B-B14F-4D97-AF65-F5344CB8AC3E}">
        <p14:creationId xmlns:p14="http://schemas.microsoft.com/office/powerpoint/2010/main" val="13366356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EC1FD-B4C8-4979-B379-2CA435D4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1DD20-6CD3-46E0-B676-A613FDDF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19AB2-E340-491C-A54D-8A0C1E88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714899-8F12-4F93-A8C1-5DB795E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06B223-5BE2-4E4D-9E5E-31AD5BAE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OPTIONAL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D6390-59C9-44DC-9D54-7EA9B6DA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 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D2197-FD47-4102-B1FC-ED4EDEF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F5060-B99E-4EDE-ADA6-CC4A35F0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90158-3C0D-4F54-93E9-B52E59C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1983F-AF6D-4919-9D69-B6517A7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90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1CCB7-4AC4-4231-83A8-6BE3C947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24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4BFF3-74DA-4FC0-9164-003CA17C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4762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44F8E-64AD-49F3-868D-90F2A448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04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FED23-078A-4175-8651-F07497FF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1465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 your email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5E7EF-D52A-46E9-A09F-0D58603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9E5FF"/>
                </a:solidFill>
                <a:latin typeface="Aptos Display"/>
                <a:ea typeface="Aptos Display"/>
                <a:cs typeface="Aptos Display"/>
              </a:rPr>
              <a:t>Read clearly.</a:t>
            </a:r>
          </a:p>
          <a:p xmlns:a="http://schemas.openxmlformats.org/drawingml/2006/main">
            <a:pPr algn="l">
              <a:defRPr sz="1875" b="1">
                <a:solidFill>
                  <a:srgbClr val="C9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9E5FF"/>
                </a:solidFill>
                <a:latin typeface="Aptos Display"/>
                <a:ea typeface="Aptos Display"/>
                <a:cs typeface="Aptos Display"/>
              </a:rPr>
              <a:t>Speak slowly.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15556-B5E8-4001-BDA3-E22FFAF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5753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0606F-D139-431A-88E0-FDFA9CB8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68C64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168C64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E3607-FCBF-4706-B16A-F8146FD1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428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Listen to others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8A48F-8E62-4DF9-BDD9-A68D01B4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5753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E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9D915-3C32-4A86-BC7E-33E2077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D28A00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D28A00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B86B9-AF45-41EB-8DAC-1752EF94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Choose your favorite place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D24DF-20B6-40BD-8180-FD6C270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61591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FB4671-A7B3-4763-8D50-EF3AB593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4DA8-8795-4A17-B3E8-545E65C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F5C12-95BE-4DD9-BB44-7633E202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DE1893-8A36-45C8-9A34-537F41AA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E9C9AA-8EB0-4A49-BBBA-57F0ABF2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894BB-4986-4243-8856-799D01D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 CHECK 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D9731-FA2B-407D-811A-A0DD7F8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F6F05-B7D0-4FE7-A097-84217FF8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4C69D-F34A-4278-9740-FEB6FB28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712DD-424E-4B26-A490-A9B0207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68C64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68C64"/>
                </a:solidFill>
                <a:latin typeface="Aptos"/>
                <a:ea typeface="Aptos"/>
                <a:cs typeface="Aptos"/>
              </a:rPr>
              <a:t>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53165-085E-4FED-AF38-42995E4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02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C6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8C64"/>
                </a:solidFill>
                <a:latin typeface="Aptos Display"/>
                <a:ea typeface="Aptos Display"/>
                <a:cs typeface="Aptos Display"/>
              </a:rPr>
              <a:t>DESCRIPTION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E5FFB-0DC4-4569-A336-F50CE72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0225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adjectives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3A513-E21A-4F3F-89C6-B767F92E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E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5426E-57C3-4CAE-A1F7-AB28A64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D28A00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D28A00"/>
                </a:solidFill>
                <a:latin typeface="Aptos"/>
                <a:ea typeface="Aptos"/>
                <a:cs typeface="Aptos"/>
              </a:rPr>
              <a:t>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4435B-E2E4-483D-AC9F-A72E800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03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28A0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28A00"/>
                </a:solidFill>
                <a:latin typeface="Aptos Display"/>
                <a:ea typeface="Aptos Display"/>
                <a:cs typeface="Aptos Display"/>
              </a:rPr>
              <a:t>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5775C-80E1-44D1-8526-821B65C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0375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present continuous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9E740-55F5-4E98-A62F-9DB8ADF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9AF04-54E4-4309-A0D2-4331BB9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477C8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2477C8"/>
                </a:solidFill>
                <a:latin typeface="Aptos"/>
                <a:ea typeface="Aptos"/>
                <a:cs typeface="Aptos"/>
              </a:rPr>
              <a:t>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11A48-3038-477F-9471-BB8AA088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005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477C8"/>
                </a:solidFill>
                <a:latin typeface="Aptos Display"/>
                <a:ea typeface="Aptos Display"/>
                <a:cs typeface="Aptos Display"/>
              </a:rPr>
              <a:t>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84BFE-0084-4BE2-A6DD-EB53002D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00525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clear and correct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50AFC-A864-44DC-996E-ADC0CBAF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723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55A87-0586-4BD7-8221-16ADD158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81650"/>
            <a:ext cx="681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✅ Focus on meaning     ✅ Mistakes are 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D2B03-AA73-49AF-AF44-1181FAC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03946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54460C-3C5A-4EB5-83A5-49192AD6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8D70-92AC-48B3-86AC-E641C1CB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7223-F3D1-4E22-919C-25423AA8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5AECEF-3828-4BA4-8E41-B63927C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952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B8DA2E-00E4-498A-B8C2-C3C8F834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6191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CCBFA"/>
                </a:solidFill>
                <a:latin typeface="Aptos Display"/>
                <a:ea typeface="Aptos Display"/>
                <a:cs typeface="Aptos Display"/>
              </a:rPr>
              <a:t>REFLECTION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2A793-3D07-4E90-AD6C-6CC8FC69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REFLECTION 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5589-7DE4-4EEF-AD97-262A6B2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45A68-9D0B-47A2-B436-E1D11F3D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80"/>
                </a:solidFill>
                <a:latin typeface="Aptos Display"/>
                <a:ea typeface="Aptos Display"/>
                <a:cs typeface="Aptos Display"/>
              </a:rPr>
              <a:t>ACTIVE EXPERIMENTATION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A5A1F-0B9C-4E33-A120-EBA0B8CE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8C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DB9F0-0C19-42AF-AE3A-09AE0C7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90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A68D5-F4E5-498D-8FF2-B91138E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24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08DA4-DC6F-48AA-BA59-622070E7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219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9D18F-4A69-4DB4-98A1-DC2E159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7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04FE5-A8A0-4BA7-B56F-2F8D92C0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42408-FC54-4D9B-946F-C6B2983B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361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What was easy</a:t>
            </a:r>
          </a:p>
          <a:p xmlns:a="http://schemas.openxmlformats.org/drawingml/2006/main">
            <a:pPr algn="l">
              <a:def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to describe?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D0A74-7575-4D05-8DC8-B85EE20C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5219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5C5FC-34ED-4726-89C1-AFC7D2E8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8C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27AB0-7FF3-407F-B6DA-09849B1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4CCDF-5379-41D5-AAAD-3E9E279E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28950"/>
            <a:ext cx="361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What was</a:t>
            </a:r>
          </a:p>
          <a:p xmlns:a="http://schemas.openxmlformats.org/drawingml/2006/main">
            <a:pPr algn="l">
              <a:def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304A"/>
                </a:solidFill>
                <a:latin typeface="Aptos Display"/>
                <a:ea typeface="Aptos Display"/>
                <a:cs typeface="Aptos Display"/>
              </a:rPr>
              <a:t>difficult?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3EA44-73C6-4698-9BD1-9CB65B33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24500"/>
            <a:ext cx="594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2534"/>
                </a:solidFill>
                <a:latin typeface="Aptos Display"/>
                <a:ea typeface="Aptos Display"/>
                <a:cs typeface="Aptos Display"/>
              </a:rPr>
              <a:t>💬  Share one answer with a partner.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CFA7C-C4FF-449A-AC66-18D2EC02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1958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2026-06-13T01:25:35.1920000Z</dcterms:created>
  <dcterms:modified xsi:type="dcterms:W3CDTF">2026-06-13T01:25:35.1920000Z</dcterms:modified>
</coreProperties>
</file>